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Segoe UI"/>
              </a:defRPr>
            </a:pPr>
            <a:r>
              <a:t>Workforcely</a:t>
            </a:r>
          </a:p>
          <a:p>
            <a:pPr>
              <a:defRPr sz="2200" b="1">
                <a:solidFill>
                  <a:srgbClr val="14B8A6"/>
                </a:solidFill>
                <a:latin typeface="Segoe UI"/>
              </a:defRPr>
            </a:pPr>
            <a:r>
              <a:t>AI Learning Management System &amp; HMO Healthcare Benefits</a:t>
            </a:r>
          </a:p>
          <a:p>
            <a:br/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Automating Employee Upskilling &amp; Healthcare Self-Service for Modern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HR | Training LMS &amp; HMO Healthcare Portal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UPSKILLING &amp;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AI-Powered Learning Management System (LMS)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Enterprise Learning &amp; Training Studio:</a:t>
            </a:r>
          </a:p>
          <a:p>
            <a:br/>
            <a:pPr>
              <a:defRPr sz="1300" b="1">
                <a:solidFill>
                  <a:srgbClr val="1E3A5F"/>
                </a:solidFill>
                <a:latin typeface="Segoe UI"/>
              </a:defRPr>
            </a:pPr>
            <a:r>
              <a:t>🤖 AI Course Co-pilot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HR types a prompt (e.g., 'Data Privacy &amp; NDPR Compliance') and Gemini AI generates the full course title, markdown lessons, and quiz questions in seconds.</a:t>
            </a:r>
          </a:p>
          <a:p>
            <a:br/>
            <a:pPr>
              <a:defRPr sz="1300" b="1">
                <a:solidFill>
                  <a:srgbClr val="1E3A5F"/>
                </a:solidFill>
                <a:latin typeface="Segoe UI"/>
              </a:defRPr>
            </a:pPr>
            <a:r>
              <a:t>🎨 Course Creation Studio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4-Step Wizard: Basic Details → Curriculum Editor (Markdown &amp; Video Embeds) → Quiz Authoring (Pass Marks &amp; Retakes) → Live Student Preview.</a:t>
            </a:r>
          </a:p>
          <a:p>
            <a:br/>
            <a:pPr>
              <a:defRPr sz="1300" b="1">
                <a:solidFill>
                  <a:srgbClr val="1E3A5F"/>
                </a:solidFill>
                <a:latin typeface="Segoe UI"/>
              </a:defRPr>
            </a:pPr>
            <a:r>
              <a:t>📚 Employee Learning Portal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Self-service course catalog filterable by category and difficulty. Interactive lesson viewer with dark/light mode readability.</a:t>
            </a:r>
          </a:p>
          <a:p>
            <a:br/>
            <a:pPr>
              <a:defRPr sz="1300" b="1">
                <a:solidFill>
                  <a:srgbClr val="1E3A5F"/>
                </a:solidFill>
                <a:latin typeface="Segoe UI"/>
              </a:defRPr>
            </a:pPr>
            <a:r>
              <a:t>🏆 Automated PDF/HTML Certificates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Instant generation of signed Certificates of Completion upon passing the course evaluation quiz.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4B8A6"/>
                </a:solidFill>
                <a:latin typeface="Segoe UI"/>
              </a:defRPr>
            </a:pPr>
            <a:r>
              <a:t>LMS IMPACT HIGHLIGHTS</a:t>
            </a:r>
          </a:p>
          <a:p>
            <a:br/>
            <a:pPr>
              <a:defRPr sz="4800" b="1">
                <a:solidFill>
                  <a:srgbClr val="1E3A5F"/>
                </a:solidFill>
                <a:latin typeface="Segoe UI"/>
              </a:defRPr>
            </a:pPr>
            <a:r>
              <a:t>1 Click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AI course generation time for HR admins.</a:t>
            </a:r>
          </a:p>
          <a:p>
            <a:br/>
            <a:pPr>
              <a:defRPr sz="3600" b="1">
                <a:solidFill>
                  <a:srgbClr val="10B981"/>
                </a:solidFill>
                <a:latin typeface="Segoe UI"/>
              </a:defRPr>
            </a:pPr>
            <a:r>
              <a:t>100% Automated</a:t>
            </a:r>
          </a:p>
          <a:p>
            <a:pPr>
              <a:defRPr sz="1200">
                <a:solidFill>
                  <a:srgbClr val="64748B"/>
                </a:solidFill>
                <a:latin typeface="Segoe UI"/>
              </a:defRPr>
            </a:pPr>
            <a:r>
              <a:t>Quiz grading and instant certificate issuance.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HR | Training LMS &amp; HMO Healthcare Portal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EMPLOYEE WELL-BEING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HMO &amp; Healthcare Benefits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Segoe UI"/>
              </a:defRPr>
            </a:pPr>
            <a:r>
              <a:t>Automated Health Insurance Management:</a:t>
            </a:r>
          </a:p>
          <a:p>
            <a:br/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🏥 HMO Provider Tiers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Support for leading Nigerian providers (Reliance HMO, Hygeia, AXA Mansard, Leadway) across Bronze, Silver, Gold, and Platinum tiers.</a:t>
            </a:r>
          </a:p>
          <a:p>
            <a:br/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👨‍👩‍👧‍👦 Family Dependant Self-Service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Employees register spouse and children directly on their profile, eliminating paper forms and HR email back-and-forth.</a:t>
            </a:r>
          </a:p>
          <a:p>
            <a:br/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🏨 Nationwide Hospital Access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Displays total covered hospitals (up to 1,800+ nationwide) and annual financial coverage limits per plan.</a:t>
            </a:r>
          </a:p>
          <a:p>
            <a:br/>
            <a:pPr>
              <a:defRPr sz="1300" b="1">
                <a:solidFill>
                  <a:srgbClr val="14B8A6"/>
                </a:solidFill>
                <a:latin typeface="Segoe UI"/>
              </a:defRPr>
            </a:pPr>
            <a:r>
              <a:t>📊 HR Cost &amp; Enrollee Oversight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Real-time HR dashboard tracking monthly healthcare costs, active enrollee counts, and dependant metrics.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48463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E3A5F"/>
                </a:solidFill>
                <a:latin typeface="Segoe UI"/>
              </a:defRPr>
            </a:pPr>
            <a:r>
              <a:t>SUPPORTED HMO TIERS</a:t>
            </a:r>
          </a:p>
          <a:p>
            <a:br/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• Bronze Tier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Reliance HMO • 450+ Hospitals • ₦1.2M Limit</a:t>
            </a:r>
          </a:p>
          <a:p>
            <a:br/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• Silver Tier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Hygeia HMO • 850+ Hospitals • ₦2.5M Limit</a:t>
            </a:r>
          </a:p>
          <a:p>
            <a:br/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• Gold Tier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AXA Mansard • 1,200+ Hospitals • ₦5.0M Limit</a:t>
            </a:r>
          </a:p>
          <a:p>
            <a:br/>
            <a:pPr>
              <a:defRPr sz="1400" b="1">
                <a:solidFill>
                  <a:srgbClr val="14B8A6"/>
                </a:solidFill>
                <a:latin typeface="Segoe UI"/>
              </a:defRPr>
            </a:pPr>
            <a:r>
              <a:t>• Platinum Tier</a:t>
            </a:r>
          </a:p>
          <a:p>
            <a:pPr>
              <a:defRPr sz="1100">
                <a:solidFill>
                  <a:srgbClr val="64748B"/>
                </a:solidFill>
                <a:latin typeface="Segoe UI"/>
              </a:defRPr>
            </a:pPr>
            <a:r>
              <a:t>  Leadway Health • 1,800+ Hospitals • ₦10.0M Limit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HR | Training LMS &amp; HMO Healthcare Portal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B8A6"/>
                </a:solidFill>
                <a:latin typeface="Segoe UI"/>
              </a:defRPr>
            </a:pPr>
            <a:r>
              <a:t>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The Value Proposition: Why LMS + HMO Matter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E3A5F"/>
                </a:solidFill>
                <a:latin typeface="Segoe UI"/>
              </a:defRPr>
            </a:pPr>
            <a:r>
              <a:t>LMS: SKILL &amp; COMPLIANCE IMPACT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Zero Content Bottleneck: AI Co-pilot creates courses instantly.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Audit Readiness: Tracks mandatory compliance training completion.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Employee Engagement: Clear learning paths &amp; verifiable certificates.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Scalable Onboarding: New hires complete training on day 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  <a:latin typeface="Segoe UI"/>
              </a:defRPr>
            </a:pPr>
            <a:r>
              <a:t>HMO: RETENTION &amp; WELL-BEING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Higher Staff Retention: Comprehensive family healthcare benefits.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Zero Paperwork: Direct online dependant registration.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Cost Transparency: Real-time HR monthly budget overview.</a:t>
            </a:r>
          </a:p>
          <a:p>
            <a:br/>
            <a:pPr>
              <a:defRPr sz="1200">
                <a:solidFill>
                  <a:srgbClr val="0F172A"/>
                </a:solidFill>
                <a:latin typeface="Segoe UI"/>
              </a:defRPr>
            </a:pPr>
            <a:r>
              <a:t>✓ Peace of Mind: Instant access to nationwide hospital networks.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HR | Training LMS &amp; HMO Healthcare Portal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Segoe UI"/>
              </a:defRPr>
            </a:pPr>
            <a:r>
              <a:t>Empower Your Workforce with Workforcely</a:t>
            </a:r>
          </a:p>
          <a:p>
            <a:pPr>
              <a:defRPr sz="2000">
                <a:solidFill>
                  <a:srgbClr val="14B8A6"/>
                </a:solidFill>
                <a:latin typeface="Segoe UI"/>
              </a:defRPr>
            </a:pPr>
            <a:r>
              <a:t>AI-Powered Learning + Modern Healthcare Benefits for African SMEs</a:t>
            </a:r>
          </a:p>
          <a:p>
            <a:br/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Experience the Live Platform:</a:t>
            </a:r>
            <a:br/>
            <a:r>
              <a:t>• Training Studio: /dashboard/training</a:t>
            </a:r>
            <a:br/>
            <a:r>
              <a:t>• Healthcare Portal: /dashboard/benefits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Segoe UI"/>
              </a:defRPr>
            </a:pPr>
            <a:r>
              <a:t>Workforcely HR | Training LMS &amp; HMO Healthcare Portal</a:t>
            </a:r>
          </a:p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